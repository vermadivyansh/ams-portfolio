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8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ACTS Management System</a:t>
            </a:r>
          </a:p>
          <a:p>
            <a:r>
              <a:rPr dirty="0"/>
              <a:t>Project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 err="1"/>
              <a:t>Divyansh</a:t>
            </a:r>
            <a:r>
              <a:rPr dirty="0"/>
              <a:t> Verma</a:t>
            </a:r>
            <a:endParaRPr lang="en-US" dirty="0"/>
          </a:p>
          <a:p>
            <a:r>
              <a:rPr lang="en-US" dirty="0"/>
              <a:t>Project Associate</a:t>
            </a:r>
            <a:endParaRPr dirty="0"/>
          </a:p>
          <a:p>
            <a:r>
              <a:rPr dirty="0"/>
              <a:t>C-DAC Bangalore</a:t>
            </a:r>
          </a:p>
          <a:p>
            <a:r>
              <a:rPr dirty="0"/>
              <a:t>Role: Full-Stack Developer (UI / Backend</a:t>
            </a:r>
            <a:r>
              <a:rPr lang="en-US" dirty="0"/>
              <a:t> </a:t>
            </a:r>
            <a:r>
              <a:rPr lang="en-US"/>
              <a:t>/ Database</a:t>
            </a:r>
            <a:r>
              <a:t>)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Enterprise-level ERP system for PG-Diploma student lifecycle management.</a:t>
            </a:r>
          </a:p>
          <a:p>
            <a:r>
              <a:t>Developed at C-DAC Bangalore.</a:t>
            </a:r>
          </a:p>
          <a:p>
            <a:r>
              <a:t>Manages registration, verification, document handling, and administrative workflows.</a:t>
            </a:r>
          </a:p>
          <a:p>
            <a:r>
              <a:t>Used by students, verifiers, and administrators.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Role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Full-stack development (Frontend + Backend).</a:t>
            </a:r>
          </a:p>
          <a:p>
            <a:r>
              <a:t>Designed responsive UI using React.js &amp; Material-UI.</a:t>
            </a:r>
          </a:p>
          <a:p>
            <a:r>
              <a:t>Developed REST APIs using Node.js &amp; Express.</a:t>
            </a:r>
          </a:p>
          <a:p>
            <a:r>
              <a:t>Integrated MySQL database.</a:t>
            </a:r>
          </a:p>
          <a:p>
            <a:r>
              <a:t>Implemented role-based authentication &amp; authorization.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Frontend: React.js, Material-UI, React Router v6.</a:t>
            </a:r>
          </a:p>
          <a:p>
            <a:r>
              <a:rPr dirty="0"/>
              <a:t>Backend: Node.js, Express.js.</a:t>
            </a:r>
          </a:p>
          <a:p>
            <a:r>
              <a:rPr dirty="0"/>
              <a:t>Database: MySQL.</a:t>
            </a:r>
          </a:p>
          <a:p>
            <a:r>
              <a:rPr dirty="0"/>
              <a:t>File Handling: Formidable (secure uploads).</a:t>
            </a:r>
          </a:p>
          <a:p>
            <a:r>
              <a:rPr dirty="0"/>
              <a:t>Infrastructure: Docker, Nginx, VM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Registration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Multi-step dynamic form.</a:t>
            </a:r>
          </a:p>
          <a:p>
            <a:r>
              <a:t>Qualification &amp; address management (CA/PA handling).</a:t>
            </a:r>
          </a:p>
          <a:p>
            <a:r>
              <a:t>Mandatory &amp; optional document uploads.</a:t>
            </a:r>
          </a:p>
          <a:p>
            <a:r>
              <a:t>Client-side and server-side validation.</a:t>
            </a:r>
          </a:p>
          <a:p>
            <a:r>
              <a:t>Error handling &amp; user-friendly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Secure login for verification team.</a:t>
            </a:r>
          </a:p>
          <a:p>
            <a:r>
              <a:t>Student data review &amp; document preview.</a:t>
            </a:r>
          </a:p>
          <a:p>
            <a:r>
              <a:t>Approval / rejection workflow.</a:t>
            </a:r>
          </a:p>
          <a:p>
            <a:r>
              <a:t>Status tracking and update mechanisms.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DA5B33F-811B-49D3-82A6-71FDE9F75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"/>
            <a:ext cx="9144000" cy="5605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0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Role-Based Access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Multiple dashboards based on role ID.</a:t>
            </a:r>
          </a:p>
          <a:p>
            <a:r>
              <a:t>Protected routing using React Router v6.</a:t>
            </a:r>
          </a:p>
          <a:p>
            <a:r>
              <a:t>Session management using MySQLStore.</a:t>
            </a:r>
          </a:p>
          <a:p>
            <a:r>
              <a:t>Password hashing &amp; secure authentication.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54AC37B-D3CC-4938-8488-FD0A29C3E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75" y="868457"/>
            <a:ext cx="8428450" cy="540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57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&amp; File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Secure file upload handling.</a:t>
            </a:r>
          </a:p>
          <a:p>
            <a:r>
              <a:t>Structured directory storage per student.</a:t>
            </a:r>
          </a:p>
          <a:p>
            <a:r>
              <a:t>Server-side validation before database entry.</a:t>
            </a:r>
          </a:p>
          <a:p>
            <a:r>
              <a:t>Separation of file storage and metadata storage.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DevOps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Dockerized frontend and backend services.</a:t>
            </a:r>
          </a:p>
          <a:p>
            <a:r>
              <a:t>Nginx reverse proxy configuration.</a:t>
            </a:r>
          </a:p>
          <a:p>
            <a:r>
              <a:t>Environment variable management.</a:t>
            </a:r>
          </a:p>
          <a:p>
            <a:r>
              <a:t>VM-based production deployment.</a:t>
            </a:r>
          </a:p>
          <a:p>
            <a:r>
              <a:t>Log handling and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Quality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/>
          </a:p>
          <a:p>
            <a:r>
              <a:t>Resolved VAPT issues.</a:t>
            </a:r>
          </a:p>
          <a:p>
            <a:r>
              <a:t>Configured CSP headers &amp; SSL.</a:t>
            </a:r>
          </a:p>
          <a:p>
            <a:r>
              <a:t>Improved input validation.</a:t>
            </a:r>
          </a:p>
          <a:p>
            <a:r>
              <a:t>Ensured secure API communication.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endParaRPr dirty="0"/>
          </a:p>
          <a:p>
            <a:r>
              <a:rPr dirty="0"/>
              <a:t>Experience in enterprise-grade application development.</a:t>
            </a:r>
          </a:p>
          <a:p>
            <a:r>
              <a:rPr dirty="0"/>
              <a:t>Hands-on exposure to full software lifecycle.</a:t>
            </a:r>
          </a:p>
          <a:p>
            <a:r>
              <a:rPr dirty="0"/>
              <a:t>Strong UI/UX, backend, and deployment expertise.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339</Words>
  <Application>Microsoft Office PowerPoint</Application>
  <PresentationFormat>On-screen Show (4:3)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ACTS Management System Project Portfolio</vt:lpstr>
      <vt:lpstr>Project Overview</vt:lpstr>
      <vt:lpstr>My Role &amp; Responsibilities</vt:lpstr>
      <vt:lpstr>Technology Stack</vt:lpstr>
      <vt:lpstr>Student Registration Module</vt:lpstr>
      <vt:lpstr>Verifier Dashboard</vt:lpstr>
      <vt:lpstr>PowerPoint Presentation</vt:lpstr>
      <vt:lpstr>Role-Based Access &amp; Security</vt:lpstr>
      <vt:lpstr>PowerPoint Presentation</vt:lpstr>
      <vt:lpstr>Backend &amp; File Management</vt:lpstr>
      <vt:lpstr>Deployment &amp; DevOps Exposure</vt:lpstr>
      <vt:lpstr>Security &amp; Quality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ACTS Management System Project Portfolio</dc:title>
  <dc:subject/>
  <dc:creator/>
  <cp:keywords/>
  <dc:description>generated using python-pptx</dc:description>
  <cp:lastModifiedBy>Divynash Verma</cp:lastModifiedBy>
  <cp:revision>4</cp:revision>
  <dcterms:created xsi:type="dcterms:W3CDTF">2013-01-27T09:14:16Z</dcterms:created>
  <dcterms:modified xsi:type="dcterms:W3CDTF">2026-02-15T18:00:33Z</dcterms:modified>
  <cp:category/>
</cp:coreProperties>
</file>